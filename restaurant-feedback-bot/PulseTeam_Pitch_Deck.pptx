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>
              <a:defRPr sz="5400" b="1">
                <a:solidFill>
                  <a:srgbClr val="FF5A1F"/>
                </a:solidFill>
              </a:defRPr>
            </a:pPr>
            <a:r>
              <a:t>PulseTeam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2200">
                <a:solidFill>
                  <a:srgbClr val="1C1917"/>
                </a:solidFill>
              </a:defRPr>
            </a:pPr>
            <a:r>
              <a:t>Система аналитики рабочей среды и настроения персонала для ресторанов и сетей HoReCa.</a:t>
            </a:r>
          </a:p>
          <a:p>
            <a:pPr algn="l">
              <a:spcBef>
                <a:spcPts val="1200"/>
              </a:spcBef>
              <a:defRPr sz="1700">
                <a:solidFill>
                  <a:srgbClr val="57534E"/>
                </a:solidFill>
              </a:defRPr>
            </a:pPr>
            <a:r>
              <a:t>Сигналы о выгорании, конфликтах и напряжённых сменах — до удара по сервису и выручке. Telegram-first, без отдельного приложения для линии.</a:t>
            </a:r>
          </a:p>
          <a:p>
            <a:pPr algn="l">
              <a:spcBef>
                <a:spcPts val="1400"/>
              </a:spcBef>
              <a:defRPr sz="1600">
                <a:solidFill>
                  <a:srgbClr val="0D9488"/>
                </a:solidFill>
              </a:defRPr>
            </a:pPr>
            <a:r>
              <a:t>AI-инсайты · пилот и первые данные за короткий цикл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Команда «ломается» раньше, чем это видно в цифрах смены: текучка, выгорание, токсичные паттерны общения, потеря мотивации.</a:t>
            </a: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Сервис и выручка уже просели, когда руководство начинает разбираться.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Типичные сигналы, которые замечают слишком поздно: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сотрудник выгорает и уходит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менеджер системно давит на смену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конфликты дозревают до кассы и отзывов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качество сервиса плавает без понятной причины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Классический HR и редкие опросы не дают ежедневной картины по сменам — только постфактум.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Рынок и окно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В HoReCa нет лёгкого инструмента ежедневной аналитики атмосферы и состояния команды «в операционке».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Тяжёлые HRM/корпоративные платформы плохо приживаются у линейного персонала; разовые опросы не ловят динамику смен.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Запрос рынка: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быстро, с телефона, каждый день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минимум трения для сотрудника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понятные инсайты для владельца и управляющего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масштабирование на сеть без «второго проекта внедрения»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Решение PulseTeam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Короткий daily check-in в Telegram + аналитический слой для руководства.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Что видим из данных: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настроение и напряжение команды по сменам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качество смен и повторяющиеся боли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вовлечённость и динамика по менеджерам и точкам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Руководитель получает дашборд, алерты и AI-сводки — картина по сети, а не разрозненные отзывы.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Продукт: 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Для сотрудников: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быстрые pulse-check и анонимная обратная связь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Telegram без установки отдельного приложения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меньше 10 секунд на ответ, без «обучения системе»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Для управляющих: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дашборд по сменам, проблемные сигналы, weekly-отчёты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heatmap настроения и сравнение филиалов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Для сети: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multi-location аналитика, роли, единая модель данных по ресторанам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1. Подключаем ресторан: структура команды и роли.</a:t>
            </a: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2. Сотрудники проходят check-in в Telegram (5–10 секунд до/после смены).</a:t>
            </a: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3. Платформа выявляет негативные тренды и «узкие места».</a:t>
            </a: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4. Руководитель получает аналитику: дашборд, отчёты, сигналы о рисках.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Инсайты для руководства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На одном экране — не сырые ответы, а смысл: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проблемные смены и просадки настроения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риски выгорания и снижение вовлечённости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зоны ответственности менеджеров по обратной связи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heatmap по точкам сети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AI summary по неделе вместо ручного сбора «что у нас в команде»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Аудитория и вовлечённость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Сегменты: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рестораны и сети, кофейни, бары, dark kitchen, delivery-команды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Портрет покупателя: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владелец: текучка, стабильность команды, сервис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управляющий: атмосфера смен, прозрачность, ранние конфликты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HR / операционный директор: вовлечённость и динамика персонала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Почему отвечают сотрудники: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привычный Telegram, мало вопросов, можно анонимно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не конкурирует с тяжёлыми HR-системами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Монетизация и масштаб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Модель: SaaS на ресторан + разовое подключение сети.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Тарифы (ориентиры с лендинга):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подключение сети: от 30 000 ₽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до 15 сотрудников: 4 900 ₽/мес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16–40 сотрудников: 9 900 ₽/мес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40+: индивидуально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Иллюстрация верхней оценки MRR: 200 точек × ~8 000 ₽ ≈ 1,6 млн ₽/мес; 1 000 точек — порядка 8 млн ₽/мес при сопоставимом ARPA.</a:t>
            </a: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Высокая маржинальность за счёт SaaS и относительно низкой инфраструктурной нагрузки.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Тайминг и отстройка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Почему сейчас: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кадровый дефицит и рост текучки в HoReCa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Telegram уже стандарт коммуникации на сменах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AI удешевляет разбор сигналов и отчёты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фокус смещается к удержанию людей, не только к найму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Почему мы, а не «ещё один HR-SaaS»: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узкий фокус: смены, атмосфера, операционная аналитика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нативный Telegram и ежедневный сценарий использования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AI поверх регулярных коротких данных, а не разовые 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Видение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Эволюция: от регулярной обратной связи к predictive-слою — прогноз ухода, рисковые смены, корреляции настроения с операционными метриками.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Следующий горизонт — AI-assistant для управленческих решений в ресторане (подсказки, а не «чёрный ящик»).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bIns="76200"/>
          <a:lstStyle/>
          <a:p>
            <a:pPr algn="l">
              <a:defRPr sz="3400" b="1">
                <a:solidFill>
                  <a:srgbClr val="1C1917"/>
                </a:solidFill>
              </a:defRPr>
            </a:pPr>
            <a:r>
              <a:t>Запрос и контакты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 lIns="114300" rIns="114300" tIns="50800"/>
          <a:lstStyle/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Ищем: пилотные рестораны и небольшие сети, стратегических партнёров HoReCa, smart money, доступ к сетям для ускорения GTM.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600"/>
              </a:spcAft>
              <a:defRPr sz="1600">
                <a:solidFill>
                  <a:srgbClr val="1C1917"/>
                </a:solidFill>
              </a:defRPr>
            </a:pPr>
            <a:r>
              <a:t>Ближайший фокус: серия пилотов → кейсы → реферальное распространение внутри отрасли; затем региональные сети и enterprise-формат.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Контакты: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заявки и диалог: t.me/plsbuyit</a:t>
            </a:r>
          </a:p>
          <a:p>
            <a:pPr algn="l">
              <a:spcAft>
                <a:spcPts val="500"/>
              </a:spcAft>
              <a:defRPr sz="1500">
                <a:solidFill>
                  <a:srgbClr val="57534E"/>
                </a:solidFill>
              </a:defRPr>
            </a:pPr>
            <a:r>
              <a:t>— бот для линии (check-in): t.me/smena_feedback_bot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572768"/>
            <a:ext cx="11167567" cy="320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